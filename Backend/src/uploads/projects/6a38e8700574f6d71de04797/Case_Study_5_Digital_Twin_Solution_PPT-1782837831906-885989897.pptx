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59" r:id="rId4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4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851C-F3C7-69AA-45D3-AA2E50D4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2A1BDD-D25C-6F55-2D12-590E198EFA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0916D8-7F5B-F5D4-158D-08E2EC123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175" y="41312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BF4AE-7A7B-BDA4-3314-DE7F2D478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3690" y="4872035"/>
            <a:ext cx="6231775" cy="112842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F63353-1F27-3758-4C14-CC4EAFC512B2}"/>
              </a:ext>
            </a:extLst>
          </p:cNvPr>
          <p:cNvSpPr txBox="1">
            <a:spLocks/>
          </p:cNvSpPr>
          <p:nvPr/>
        </p:nvSpPr>
        <p:spPr>
          <a:xfrm>
            <a:off x="6096000" y="2570799"/>
            <a:ext cx="320479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</a:t>
            </a:r>
          </a:p>
        </p:txBody>
      </p:sp>
    </p:spTree>
    <p:extLst>
      <p:ext uri="{BB962C8B-B14F-4D97-AF65-F5344CB8AC3E}">
        <p14:creationId xmlns:p14="http://schemas.microsoft.com/office/powerpoint/2010/main" val="249258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14" y="898058"/>
            <a:ext cx="10515600" cy="13255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1BD9-4BA1-4C00-F20D-6F87E11B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714" y="2358558"/>
            <a:ext cx="10515600" cy="4351338"/>
          </a:xfrm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3A464-C07B-85D9-1021-AB3A6E255B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2257347" cy="858302"/>
          </a:xfrm>
          <a:prstGeom prst="rect">
            <a:avLst/>
          </a:prstGeom>
        </p:spPr>
      </p:pic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65530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GenAI-based Digital Twin tool for medical device system design</a:t>
            </a:r>
          </a:p>
          <a:p>
            <a:r>
              <a:t>Automatically generate system architecture from functional requirements</a:t>
            </a:r>
          </a:p>
          <a:p>
            <a:r>
              <a:t>Cover hardware, software, electronics, and enclosure design</a:t>
            </a:r>
          </a:p>
          <a:p>
            <a:r>
              <a:t>Support Class II and Class III medical devices</a:t>
            </a:r>
          </a:p>
          <a:p>
            <a:r>
              <a:t>Ensure compliance with ISO 60601-1, ISO 62366-2, ISO 14971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system design is time-consuming and error-prone</a:t>
            </a:r>
          </a:p>
          <a:p>
            <a:r>
              <a:t>Difficulty in validating design choices early</a:t>
            </a:r>
          </a:p>
          <a:p>
            <a:r>
              <a:t>Complex regulatory and compliance requirements</a:t>
            </a:r>
          </a:p>
          <a:p>
            <a:r>
              <a:t>Limited what-if analysis in traditional workflows</a:t>
            </a:r>
          </a:p>
          <a:p>
            <a:r>
              <a:t>High cost of design iteration and late-stage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GenAI-powered Digital Twin for medical devices</a:t>
            </a:r>
          </a:p>
          <a:p>
            <a:r>
              <a:t>Input functional and non-functional requirements</a:t>
            </a:r>
          </a:p>
          <a:p>
            <a:r>
              <a:t>Automatically generate system architecture and modules</a:t>
            </a:r>
          </a:p>
          <a:p>
            <a:r>
              <a:t>Simulate behavior at system, subsystem, and component level</a:t>
            </a:r>
          </a:p>
          <a:p>
            <a:r>
              <a:t>Enable early validation and design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Ingestion Module (FRs, constraints, regulations)</a:t>
            </a:r>
          </a:p>
          <a:p>
            <a:r>
              <a:t>Knowledge Base (Datasheets, COTS devices, standards)</a:t>
            </a:r>
          </a:p>
          <a:p>
            <a:r>
              <a:t>GenAI Design Engine (RAG + prompt engineering)</a:t>
            </a:r>
          </a:p>
          <a:p>
            <a:r>
              <a:t>Simulation &amp; Digital Twin Engine</a:t>
            </a:r>
          </a:p>
          <a:p>
            <a:r>
              <a:t>Visualization &amp; What-if Analysis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RAG to fetch relevant medical device references</a:t>
            </a:r>
          </a:p>
          <a:p>
            <a:r>
              <a:t>Bottom-up modeling from components to system level</a:t>
            </a:r>
          </a:p>
          <a:p>
            <a:r>
              <a:t>Top-down validation against requirements</a:t>
            </a:r>
          </a:p>
          <a:p>
            <a:r>
              <a:t>Hybrid simulation: data-driven + physics-based</a:t>
            </a:r>
          </a:p>
          <a:p>
            <a:r>
              <a:t>Continuous feedback loop for refinement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 electrical, mechanical, and functional behavior</a:t>
            </a:r>
          </a:p>
          <a:p>
            <a:r>
              <a:t>Check compliance with medical standards</a:t>
            </a:r>
          </a:p>
          <a:p>
            <a:r>
              <a:t>Log and visualize parameters over time</a:t>
            </a:r>
          </a:p>
          <a:p>
            <a:r>
              <a:t>Snapshot, drill-down, and roll-up views</a:t>
            </a:r>
          </a:p>
          <a:p>
            <a:r>
              <a:t>What-if analysis with runtime parameter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design time and development cost</a:t>
            </a:r>
          </a:p>
          <a:p>
            <a:r>
              <a:t>Early detection of design issues</a:t>
            </a:r>
          </a:p>
          <a:p>
            <a:r>
              <a:t>Improved accuracy and reliability</a:t>
            </a:r>
          </a:p>
          <a:p>
            <a:r>
              <a:t>Scalable for future device complexity</a:t>
            </a:r>
          </a:p>
          <a:p>
            <a:r>
              <a:t>Designer-friendly and interactive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GenAI + Digital Twin transforms medical device design</a:t>
            </a:r>
          </a:p>
          <a:p>
            <a:r>
              <a:t>Automates architecture generation and validation</a:t>
            </a:r>
          </a:p>
          <a:p>
            <a:r>
              <a:t>Ensures compliance and high-fidelity simulation</a:t>
            </a:r>
          </a:p>
          <a:p>
            <a:r>
              <a:t>Supports innovation and faster go-to-market</a:t>
            </a:r>
          </a:p>
          <a:p>
            <a:r>
              <a:t>Open-source and scalable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Ameer</cp:lastModifiedBy>
  <cp:revision>4</cp:revision>
  <dcterms:created xsi:type="dcterms:W3CDTF">2024-10-25T17:59:13Z</dcterms:created>
  <dcterms:modified xsi:type="dcterms:W3CDTF">2025-12-25T04:29:26Z</dcterms:modified>
</cp:coreProperties>
</file>